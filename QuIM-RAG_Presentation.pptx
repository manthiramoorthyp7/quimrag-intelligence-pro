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local Streamlit prototype that ingests PDFs (including scanned ones), retrieves evidence with dense + lexical search and shows source passages for verification.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Scanned documents cause OCR errors and lost layout. Flat chunking fragments context, dense-only retrieval misses exact identifiers. Left column is what is implemented; right column is honest future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app.py is the UI; quimrag/core.py holds extraction, chunking, embedding and retrieval; metrics.py and telemetry.py support the Evaluation and System tabs.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PyMuPDF reads the text layer. Only if a page has no text does OCR run: render at 1.6x, grayscale, median filter, autocontrast, contrast 1.25, Tesseract psm 3. Chunking splits on blank lines and sentence boundaries, packs paragraphs up to 950 chars with 100-char overlap; oversize paragraphs are hard-split.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Dense: cosine on normalized MiniLM vectors. Lexical: fraction of query terms found in the chunk. RRF fuses the two rankings: score = sum of 1/(60+rank). Optional cross-encoder rescoring of the top 3K candidates.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Upload a CSV of query and relevant_chunk_ids. The app runs Lexical, Dense and Hybrid and averages the metrics. Labels must be manually verified. Telemetry shows device availability and CPU/RAM, not measured GPU utilization.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upfront: this is a prototype, not a verified reproduction of QuIM-RAG. Next steps in priority order: build a labelled benchmark, add real BM25, add RVQ and question tree, then LLM generation with citations.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0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QuIM-RAG Intelligence Pro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40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1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OCR-aware, hybrid-retrieval RAG prototype with evidence-first answers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3017520"/>
            <a:ext cx="3291840" cy="5486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2461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1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Manthira Moorthy P · Vijay S K · IV ECE-A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1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Dr. V. Karthikeyan, AP(Sl.G.) · Mepco Schlenk Engineering College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and what is built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412480" y="320040"/>
            <a:ext cx="365760" cy="365760"/>
          </a:xfrm>
          <a:prstGeom prst="ellipse">
            <a:avLst/>
          </a:prstGeom>
          <a:solidFill>
            <a:srgbClr val="28708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41248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1F2F5"/>
          </a:solidFill>
          <a:ln w="12700">
            <a:solidFill>
              <a:srgbClr val="E1F2F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" y="1078992"/>
            <a:ext cx="3803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hard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1417320"/>
            <a:ext cx="3803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errors, missing text, table distortion. Dense retrieval misses exact IDs; flat chunks lose context.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2514600"/>
            <a:ext cx="4023360" cy="2103120"/>
          </a:xfrm>
          <a:prstGeom prst="roundRect">
            <a:avLst>
              <a:gd name="adj" fmla="val 3478"/>
            </a:avLst>
          </a:prstGeom>
          <a:solidFill>
            <a:srgbClr val="287083"/>
          </a:solidFill>
          <a:ln w="12700">
            <a:solidFill>
              <a:srgbClr val="28708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66928" y="2587752"/>
            <a:ext cx="3803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2926080"/>
            <a:ext cx="38039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text extraction · OCR fallback · paragraph-aware chunks · MiniLM embeddings (TF-IDF fallback) · dense / lexical / RRF · optional cross-encoder rerank · PCA map · Recall@K, MRR, nDCG · CPU/RAM telemetry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63440" y="1005840"/>
            <a:ext cx="4023360" cy="3611880"/>
          </a:xfrm>
          <a:prstGeom prst="roundRect">
            <a:avLst>
              <a:gd name="adj" fmla="val 2025"/>
            </a:avLst>
          </a:prstGeom>
          <a:solidFill>
            <a:srgbClr val="12304C"/>
          </a:solidFill>
          <a:ln w="12700">
            <a:solidFill>
              <a:srgbClr val="12304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73168" y="1078992"/>
            <a:ext cx="3803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(not implemented)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773168" y="1417320"/>
            <a:ext cx="380390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Residual vector quantization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Learned hierarchical question tree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Query rewriting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LLM answer generation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Formal OCR CER / WER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Validated hallucination evaluation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claim of zero hallucination or superiority over general LLMs until benchmarked.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412480" y="320040"/>
            <a:ext cx="365760" cy="365760"/>
          </a:xfrm>
          <a:prstGeom prst="ellipse">
            <a:avLst/>
          </a:prstGeom>
          <a:solidFill>
            <a:srgbClr val="28708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41248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65760" y="1371600"/>
            <a:ext cx="1280160" cy="1554480"/>
          </a:xfrm>
          <a:prstGeom prst="roundRect">
            <a:avLst>
              <a:gd name="adj" fmla="val 5714"/>
            </a:avLst>
          </a:prstGeom>
          <a:solidFill>
            <a:srgbClr val="12304C"/>
          </a:solidFill>
          <a:ln w="12700">
            <a:solidFill>
              <a:srgbClr val="12304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75488" y="1444752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upload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75488" y="1783080"/>
            <a:ext cx="1060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file_uploader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645920" y="2011680"/>
            <a:ext cx="118872" cy="228600"/>
          </a:xfrm>
          <a:prstGeom prst="rightArrow">
            <a:avLst/>
          </a:prstGeom>
          <a:solidFill>
            <a:srgbClr val="F2A93B"/>
          </a:solidFill>
          <a:ln/>
        </p:spPr>
      </p:sp>
      <p:sp>
        <p:nvSpPr>
          <p:cNvPr id="10" name="Shape 7"/>
          <p:cNvSpPr/>
          <p:nvPr/>
        </p:nvSpPr>
        <p:spPr>
          <a:xfrm>
            <a:off x="1764792" y="1371600"/>
            <a:ext cx="1280160" cy="1554480"/>
          </a:xfrm>
          <a:prstGeom prst="roundRect">
            <a:avLst>
              <a:gd name="adj" fmla="val 5714"/>
            </a:avLst>
          </a:prstGeom>
          <a:solidFill>
            <a:srgbClr val="287083"/>
          </a:solidFill>
          <a:ln w="12700">
            <a:solidFill>
              <a:srgbClr val="28708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874520" y="1444752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874520" y="1783080"/>
            <a:ext cx="1060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text; OCR if page empty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044952" y="2011680"/>
            <a:ext cx="118872" cy="228600"/>
          </a:xfrm>
          <a:prstGeom prst="rightArrow">
            <a:avLst/>
          </a:prstGeom>
          <a:solidFill>
            <a:srgbClr val="F2A93B"/>
          </a:solidFill>
          <a:ln/>
        </p:spPr>
      </p:sp>
      <p:sp>
        <p:nvSpPr>
          <p:cNvPr id="14" name="Shape 11"/>
          <p:cNvSpPr/>
          <p:nvPr/>
        </p:nvSpPr>
        <p:spPr>
          <a:xfrm>
            <a:off x="3163824" y="1371600"/>
            <a:ext cx="1280160" cy="1554480"/>
          </a:xfrm>
          <a:prstGeom prst="roundRect">
            <a:avLst>
              <a:gd name="adj" fmla="val 5714"/>
            </a:avLst>
          </a:prstGeom>
          <a:solidFill>
            <a:srgbClr val="12304C"/>
          </a:solidFill>
          <a:ln w="12700">
            <a:solidFill>
              <a:srgbClr val="12304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273552" y="1444752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3273552" y="1783080"/>
            <a:ext cx="1060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~950 chars, 100 overlap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443984" y="2011680"/>
            <a:ext cx="118872" cy="228600"/>
          </a:xfrm>
          <a:prstGeom prst="rightArrow">
            <a:avLst/>
          </a:prstGeom>
          <a:solidFill>
            <a:srgbClr val="F2A93B"/>
          </a:solidFill>
          <a:ln/>
        </p:spPr>
      </p:sp>
      <p:sp>
        <p:nvSpPr>
          <p:cNvPr id="18" name="Shape 15"/>
          <p:cNvSpPr/>
          <p:nvPr/>
        </p:nvSpPr>
        <p:spPr>
          <a:xfrm>
            <a:off x="4562856" y="1371600"/>
            <a:ext cx="1280160" cy="1554480"/>
          </a:xfrm>
          <a:prstGeom prst="roundRect">
            <a:avLst>
              <a:gd name="adj" fmla="val 5714"/>
            </a:avLst>
          </a:prstGeom>
          <a:solidFill>
            <a:srgbClr val="287083"/>
          </a:solidFill>
          <a:ln w="12700">
            <a:solidFill>
              <a:srgbClr val="28708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672584" y="1444752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672584" y="1783080"/>
            <a:ext cx="1060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 384-d or TF-IDF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843016" y="2011680"/>
            <a:ext cx="118872" cy="228600"/>
          </a:xfrm>
          <a:prstGeom prst="rightArrow">
            <a:avLst/>
          </a:prstGeom>
          <a:solidFill>
            <a:srgbClr val="F2A93B"/>
          </a:solidFill>
          <a:ln/>
        </p:spPr>
      </p:sp>
      <p:sp>
        <p:nvSpPr>
          <p:cNvPr id="22" name="Shape 19"/>
          <p:cNvSpPr/>
          <p:nvPr/>
        </p:nvSpPr>
        <p:spPr>
          <a:xfrm>
            <a:off x="5961888" y="1371600"/>
            <a:ext cx="1280160" cy="1554480"/>
          </a:xfrm>
          <a:prstGeom prst="roundRect">
            <a:avLst>
              <a:gd name="adj" fmla="val 5714"/>
            </a:avLst>
          </a:prstGeom>
          <a:solidFill>
            <a:srgbClr val="12304C"/>
          </a:solidFill>
          <a:ln w="12700">
            <a:solidFill>
              <a:srgbClr val="12304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071616" y="1444752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6071616" y="1783080"/>
            <a:ext cx="1060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+ lexical + RRF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242048" y="2011680"/>
            <a:ext cx="118872" cy="228600"/>
          </a:xfrm>
          <a:prstGeom prst="rightArrow">
            <a:avLst/>
          </a:prstGeom>
          <a:solidFill>
            <a:srgbClr val="F2A93B"/>
          </a:solidFill>
          <a:ln/>
        </p:spPr>
      </p:sp>
      <p:sp>
        <p:nvSpPr>
          <p:cNvPr id="26" name="Shape 23"/>
          <p:cNvSpPr/>
          <p:nvPr/>
        </p:nvSpPr>
        <p:spPr>
          <a:xfrm>
            <a:off x="7360920" y="1371600"/>
            <a:ext cx="1280160" cy="1554480"/>
          </a:xfrm>
          <a:prstGeom prst="roundRect">
            <a:avLst>
              <a:gd name="adj" fmla="val 5714"/>
            </a:avLst>
          </a:prstGeom>
          <a:solidFill>
            <a:srgbClr val="287083"/>
          </a:solidFill>
          <a:ln w="12700">
            <a:solidFill>
              <a:srgbClr val="28708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470648" y="1444752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7470648" y="1783080"/>
            <a:ext cx="1060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Passages, page, chunk ID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65760" y="320040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E1F2F5"/>
          </a:solidFill>
          <a:ln w="12700">
            <a:solidFill>
              <a:srgbClr val="E1F2F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75488" y="3273552"/>
            <a:ext cx="3895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stages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" y="3611880"/>
            <a:ext cx="3895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rerank (top 3K → top K) · PCA embedding map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663440" y="320040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E1F2F5"/>
          </a:solidFill>
          <a:ln w="12700">
            <a:solidFill>
              <a:srgbClr val="E1F2F5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773168" y="3273552"/>
            <a:ext cx="3895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modules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4773168" y="3611880"/>
            <a:ext cx="3895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metrics.py (Recall@K, MRR, nDCG) · telemetry.py (device, CPU, RAM)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and chunking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412480" y="320040"/>
            <a:ext cx="365760" cy="365760"/>
          </a:xfrm>
          <a:prstGeom prst="ellipse">
            <a:avLst/>
          </a:prstGeom>
          <a:solidFill>
            <a:srgbClr val="28708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41248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287083"/>
          </a:solidFill>
          <a:ln w="12700">
            <a:solidFill>
              <a:srgbClr val="28708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" y="1078992"/>
            <a:ext cx="3803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path (pages with no text)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1417320"/>
            <a:ext cx="380390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Render page at 1.6x zoom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Grayscale + median filter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Autocontrast, contrast x1.25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Tesseract, --psm 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Empty result logged as a warning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Tesseract never crashes the app; it is reported per page.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100584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12304C"/>
          </a:solidFill>
          <a:ln w="12700">
            <a:solidFill>
              <a:srgbClr val="12304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773168" y="1078992"/>
            <a:ext cx="3803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Paragraph-aware chunking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773168" y="1417320"/>
            <a:ext cx="380390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Split on blank lines and sentence ends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Pack paragraphs up to 950 chars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100-char overlap carried to next chunk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Paragraph &gt; 950 chars: sliding split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chunk: chunk_id, document, page, text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page provenance for evidence display.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and reranking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412480" y="320040"/>
            <a:ext cx="365760" cy="365760"/>
          </a:xfrm>
          <a:prstGeom prst="ellipse">
            <a:avLst/>
          </a:prstGeom>
          <a:solidFill>
            <a:srgbClr val="28708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41248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12304C"/>
          </a:solidFill>
          <a:ln w="12700">
            <a:solidFill>
              <a:srgbClr val="12304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" y="1078992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1417320"/>
            <a:ext cx="24323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all-MiniLM-L6-v2, normalized vectors, cosine similarity. Catches paraphrase.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46120" y="100584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287083"/>
          </a:solidFill>
          <a:ln w="12700">
            <a:solidFill>
              <a:srgbClr val="28708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355848" y="1078992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355848" y="1417320"/>
            <a:ext cx="24323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query terms present in chunk. Catches exact IDs and rare words.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035040" y="100584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12304C"/>
          </a:solidFill>
          <a:ln w="12700">
            <a:solidFill>
              <a:srgbClr val="12304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144768" y="1078992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 fusion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144768" y="1417320"/>
            <a:ext cx="24323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Σ 1 / (60 + rank) over both rankings. No score calibration needed.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score(chunk) = 1/(60 + rank_dense) + 1/(60 + rank_lexical)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57200" y="374904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E1F2F5"/>
          </a:solidFill>
          <a:ln w="12700">
            <a:solidFill>
              <a:srgbClr val="E1F2F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66928" y="3822192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rerank (optional)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66928" y="4160520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ms-marco-MiniLM-L-6-v2 rescoring top 3K candidates jointly with the query, then keeps top K. Slower, usually more precise.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and telemetry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412480" y="320040"/>
            <a:ext cx="365760" cy="365760"/>
          </a:xfrm>
          <a:prstGeom prst="ellipse">
            <a:avLst/>
          </a:prstGeom>
          <a:solidFill>
            <a:srgbClr val="28708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41248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2304C"/>
          </a:solidFill>
          <a:ln w="12700">
            <a:solidFill>
              <a:srgbClr val="12304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" y="1078992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Recall@K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1417320"/>
            <a:ext cx="2432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hits in top K / relevant chunks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46120" y="10058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287083"/>
          </a:solidFill>
          <a:ln w="12700">
            <a:solidFill>
              <a:srgbClr val="28708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355848" y="1078992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355848" y="1417320"/>
            <a:ext cx="2432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rank of first relevant hit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035040" y="10058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2304C"/>
          </a:solidFill>
          <a:ln w="12700">
            <a:solidFill>
              <a:srgbClr val="12304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144768" y="1078992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nDCG@K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144768" y="1417320"/>
            <a:ext cx="2432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DCG / ideal DCG, log2 discount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2560320"/>
            <a:ext cx="4023360" cy="2103120"/>
          </a:xfrm>
          <a:prstGeom prst="roundRect">
            <a:avLst>
              <a:gd name="adj" fmla="val 3478"/>
            </a:avLst>
          </a:prstGeom>
          <a:solidFill>
            <a:srgbClr val="287083"/>
          </a:solidFill>
          <a:ln w="12700">
            <a:solidFill>
              <a:srgbClr val="28708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66928" y="2633472"/>
            <a:ext cx="3803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tab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66928" y="2971800"/>
            <a:ext cx="38039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Lexical, Dense and Hybrid on the same labelled queries and plots the mean of each metric side by side. Results depend on your manually verified labels.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663440" y="2560320"/>
            <a:ext cx="4023360" cy="2103120"/>
          </a:xfrm>
          <a:prstGeom prst="roundRect">
            <a:avLst>
              <a:gd name="adj" fmla="val 3478"/>
            </a:avLst>
          </a:prstGeom>
          <a:solidFill>
            <a:srgbClr val="E1F2F5"/>
          </a:solidFill>
          <a:ln w="12700">
            <a:solidFill>
              <a:srgbClr val="E1F2F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773168" y="2633472"/>
            <a:ext cx="3803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tab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773168" y="2971800"/>
            <a:ext cx="38039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(MPS / CUDA / CPU), embedding backend, document and chunk counts, CPU %, RAM %, process RAM via psutil.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next steps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412480" y="320040"/>
            <a:ext cx="365760" cy="365760"/>
          </a:xfrm>
          <a:prstGeom prst="ellipse">
            <a:avLst/>
          </a:prstGeom>
          <a:solidFill>
            <a:srgbClr val="28708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41248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12304C"/>
          </a:solidFill>
          <a:ln w="12700">
            <a:solidFill>
              <a:srgbClr val="12304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" y="1078992"/>
            <a:ext cx="3803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1417320"/>
            <a:ext cx="380390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Lexical score is term overlap, not true BM25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LLM answer; evidence only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 benchmarked against other systems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weights download on first run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Large torch dependency for free hosts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100584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287083"/>
          </a:solidFill>
          <a:ln w="12700">
            <a:solidFill>
              <a:srgbClr val="28708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773168" y="1078992"/>
            <a:ext cx="3803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773168" y="1417320"/>
            <a:ext cx="380390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Labelled domain benchmark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BM25 lexical channel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Query rewriting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Hierarchical question tree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Residual vector quantization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Grounded LLM generation + CER/WER + hallucination tests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2026-09-28T14:43:42Z</dcterms:created>
  <dcterms:modified xsi:type="dcterms:W3CDTF">2026-09-28T14:43:42Z</dcterms:modified>
</cp:coreProperties>
</file>